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6/22/2026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6/22/2026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6/22/2026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6/22/2026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6/22/2026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6/22/2026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963F3-8627-F6A2-8F2D-2A020958FCF0}"/>
              </a:ext>
            </a:extLst>
          </p:cNvPr>
          <p:cNvSpPr>
            <a:spLocks noGrp="1"/>
          </p:cNvSpPr>
          <p:nvPr>
            <p:ph type="ctrTitle"/>
          </p:nvPr>
        </p:nvSpPr>
        <p:spPr/>
        <p:txBody>
          <a:bodyPr/>
          <a:lstStyle/>
          <a:p>
            <a:r>
              <a:rPr lang="en-US" b="1" i="1" dirty="0"/>
              <a:t>Text to html converter</a:t>
            </a:r>
            <a:br>
              <a:rPr lang="en-US" dirty="0"/>
            </a:br>
            <a:endParaRPr lang="en-US" dirty="0"/>
          </a:p>
        </p:txBody>
      </p:sp>
      <p:sp>
        <p:nvSpPr>
          <p:cNvPr id="3" name="Subtitle 2">
            <a:extLst>
              <a:ext uri="{FF2B5EF4-FFF2-40B4-BE49-F238E27FC236}">
                <a16:creationId xmlns:a16="http://schemas.microsoft.com/office/drawing/2014/main" id="{BC597F42-ADF2-6814-8FCE-3782F7D0A886}"/>
              </a:ext>
            </a:extLst>
          </p:cNvPr>
          <p:cNvSpPr>
            <a:spLocks noGrp="1"/>
          </p:cNvSpPr>
          <p:nvPr>
            <p:ph type="subTitle" idx="1"/>
          </p:nvPr>
        </p:nvSpPr>
        <p:spPr/>
        <p:txBody>
          <a:bodyPr/>
          <a:lstStyle/>
          <a:p>
            <a:r>
              <a:rPr lang="en-US" dirty="0"/>
              <a:t>Mini project presentation on text to html converter</a:t>
            </a:r>
          </a:p>
          <a:p>
            <a:endParaRPr lang="en-US" dirty="0"/>
          </a:p>
        </p:txBody>
      </p:sp>
    </p:spTree>
    <p:extLst>
      <p:ext uri="{BB962C8B-B14F-4D97-AF65-F5344CB8AC3E}">
        <p14:creationId xmlns:p14="http://schemas.microsoft.com/office/powerpoint/2010/main" val="166969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EC9AB-7581-4089-C614-54EF8B765125}"/>
              </a:ext>
            </a:extLst>
          </p:cNvPr>
          <p:cNvSpPr>
            <a:spLocks noGrp="1"/>
          </p:cNvSpPr>
          <p:nvPr>
            <p:ph type="title"/>
          </p:nvPr>
        </p:nvSpPr>
        <p:spPr/>
        <p:txBody>
          <a:bodyPr/>
          <a:lstStyle/>
          <a:p>
            <a:r>
              <a:rPr lang="en-US" b="1" i="1" dirty="0"/>
              <a:t>INTRODUCTION</a:t>
            </a:r>
            <a:r>
              <a:rPr lang="en-US" dirty="0"/>
              <a:t> </a:t>
            </a:r>
          </a:p>
        </p:txBody>
      </p:sp>
      <p:sp>
        <p:nvSpPr>
          <p:cNvPr id="3" name="Content Placeholder 2">
            <a:extLst>
              <a:ext uri="{FF2B5EF4-FFF2-40B4-BE49-F238E27FC236}">
                <a16:creationId xmlns:a16="http://schemas.microsoft.com/office/drawing/2014/main" id="{29E02558-A1F4-EF17-451E-17BA41E12C97}"/>
              </a:ext>
            </a:extLst>
          </p:cNvPr>
          <p:cNvSpPr>
            <a:spLocks noGrp="1"/>
          </p:cNvSpPr>
          <p:nvPr>
            <p:ph sz="quarter" idx="13"/>
          </p:nvPr>
        </p:nvSpPr>
        <p:spPr/>
        <p:txBody>
          <a:bodyPr>
            <a:normAutofit/>
          </a:bodyPr>
          <a:lstStyle/>
          <a:p>
            <a:pPr marL="0" indent="0">
              <a:buNone/>
            </a:pPr>
            <a:r>
              <a:rPr lang="en-US" sz="2800" cap="none" dirty="0"/>
              <a:t>The text to HTML generator is a tool that converts plain text into HTML code automatically. It helps users create web content quickly without manually writing Html tags.</a:t>
            </a:r>
          </a:p>
        </p:txBody>
      </p:sp>
    </p:spTree>
    <p:extLst>
      <p:ext uri="{BB962C8B-B14F-4D97-AF65-F5344CB8AC3E}">
        <p14:creationId xmlns:p14="http://schemas.microsoft.com/office/powerpoint/2010/main" val="1881600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BB496-CC79-7394-8627-682D5020D8B9}"/>
              </a:ext>
            </a:extLst>
          </p:cNvPr>
          <p:cNvSpPr>
            <a:spLocks noGrp="1"/>
          </p:cNvSpPr>
          <p:nvPr>
            <p:ph type="title"/>
          </p:nvPr>
        </p:nvSpPr>
        <p:spPr/>
        <p:txBody>
          <a:bodyPr/>
          <a:lstStyle/>
          <a:p>
            <a:r>
              <a:rPr lang="en-US" b="1" i="1" dirty="0"/>
              <a:t>Problem</a:t>
            </a:r>
            <a:r>
              <a:rPr lang="en-US" dirty="0"/>
              <a:t> </a:t>
            </a:r>
            <a:r>
              <a:rPr lang="en-US" b="1" i="1" dirty="0"/>
              <a:t>statement</a:t>
            </a:r>
            <a:r>
              <a:rPr lang="en-US" dirty="0"/>
              <a:t> </a:t>
            </a:r>
          </a:p>
        </p:txBody>
      </p:sp>
      <p:sp>
        <p:nvSpPr>
          <p:cNvPr id="3" name="Content Placeholder 2">
            <a:extLst>
              <a:ext uri="{FF2B5EF4-FFF2-40B4-BE49-F238E27FC236}">
                <a16:creationId xmlns:a16="http://schemas.microsoft.com/office/drawing/2014/main" id="{523B5F06-DDC8-4866-D39F-882C542BA2FB}"/>
              </a:ext>
            </a:extLst>
          </p:cNvPr>
          <p:cNvSpPr>
            <a:spLocks noGrp="1"/>
          </p:cNvSpPr>
          <p:nvPr>
            <p:ph sz="quarter" idx="13"/>
          </p:nvPr>
        </p:nvSpPr>
        <p:spPr>
          <a:xfrm>
            <a:off x="1173561" y="2367092"/>
            <a:ext cx="9950824" cy="2889485"/>
          </a:xfrm>
        </p:spPr>
        <p:txBody>
          <a:bodyPr/>
          <a:lstStyle/>
          <a:p>
            <a:pPr marL="0" indent="0">
              <a:buNone/>
            </a:pPr>
            <a:r>
              <a:rPr lang="en-US" sz="3600" dirty="0"/>
              <a:t>    </a:t>
            </a:r>
            <a:r>
              <a:rPr lang="en-US" sz="3600" cap="none" dirty="0"/>
              <a:t>Writing HTML code manually can be difficult for beginners and takes extra time for simple formatting tasks.</a:t>
            </a:r>
          </a:p>
          <a:p>
            <a:pPr marL="0" indent="0">
              <a:buNone/>
            </a:pPr>
            <a:endParaRPr lang="en-US" dirty="0"/>
          </a:p>
        </p:txBody>
      </p:sp>
    </p:spTree>
    <p:extLst>
      <p:ext uri="{BB962C8B-B14F-4D97-AF65-F5344CB8AC3E}">
        <p14:creationId xmlns:p14="http://schemas.microsoft.com/office/powerpoint/2010/main" val="338257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50970-2D57-DC31-E8A8-F75A22F900BE}"/>
              </a:ext>
            </a:extLst>
          </p:cNvPr>
          <p:cNvSpPr>
            <a:spLocks noGrp="1"/>
          </p:cNvSpPr>
          <p:nvPr>
            <p:ph type="title"/>
          </p:nvPr>
        </p:nvSpPr>
        <p:spPr/>
        <p:txBody>
          <a:bodyPr/>
          <a:lstStyle/>
          <a:p>
            <a:r>
              <a:rPr lang="en-US" b="1" i="1" dirty="0"/>
              <a:t>Objectives</a:t>
            </a:r>
          </a:p>
        </p:txBody>
      </p:sp>
      <p:sp>
        <p:nvSpPr>
          <p:cNvPr id="3" name="Content Placeholder 2">
            <a:extLst>
              <a:ext uri="{FF2B5EF4-FFF2-40B4-BE49-F238E27FC236}">
                <a16:creationId xmlns:a16="http://schemas.microsoft.com/office/drawing/2014/main" id="{7BF9840C-D448-53BF-359E-56BCB8897349}"/>
              </a:ext>
            </a:extLst>
          </p:cNvPr>
          <p:cNvSpPr>
            <a:spLocks noGrp="1"/>
          </p:cNvSpPr>
          <p:nvPr>
            <p:ph sz="quarter" idx="13"/>
          </p:nvPr>
        </p:nvSpPr>
        <p:spPr>
          <a:xfrm>
            <a:off x="1012097" y="2367092"/>
            <a:ext cx="10363826" cy="3424107"/>
          </a:xfrm>
        </p:spPr>
        <p:txBody>
          <a:bodyPr/>
          <a:lstStyle/>
          <a:p>
            <a:pPr marL="0" indent="0">
              <a:buNone/>
            </a:pPr>
            <a:r>
              <a:rPr lang="en-US" cap="none" dirty="0"/>
              <a:t>1.Convert Plain Text Into HTML Format Automatically.
2.Reduce Manual Coding Effort.
3.Improve Productivity And Accuracy.
4.Make Web Page Creation Easier For Users.</a:t>
            </a:r>
          </a:p>
        </p:txBody>
      </p:sp>
    </p:spTree>
    <p:extLst>
      <p:ext uri="{BB962C8B-B14F-4D97-AF65-F5344CB8AC3E}">
        <p14:creationId xmlns:p14="http://schemas.microsoft.com/office/powerpoint/2010/main" val="3321481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87930-2CD0-4BF0-3772-21B3FF137FAE}"/>
              </a:ext>
            </a:extLst>
          </p:cNvPr>
          <p:cNvSpPr>
            <a:spLocks noGrp="1"/>
          </p:cNvSpPr>
          <p:nvPr>
            <p:ph type="title"/>
          </p:nvPr>
        </p:nvSpPr>
        <p:spPr>
          <a:xfrm>
            <a:off x="913149" y="390958"/>
            <a:ext cx="10364451" cy="1596177"/>
          </a:xfrm>
        </p:spPr>
        <p:txBody>
          <a:bodyPr/>
          <a:lstStyle/>
          <a:p>
            <a:r>
              <a:rPr lang="en-US" i="1" dirty="0"/>
              <a:t>Methodology</a:t>
            </a:r>
          </a:p>
        </p:txBody>
      </p:sp>
      <p:sp>
        <p:nvSpPr>
          <p:cNvPr id="3" name="Content Placeholder 2">
            <a:extLst>
              <a:ext uri="{FF2B5EF4-FFF2-40B4-BE49-F238E27FC236}">
                <a16:creationId xmlns:a16="http://schemas.microsoft.com/office/drawing/2014/main" id="{3E5423F6-1F19-BADB-DD37-ED4FBC3CE7B2}"/>
              </a:ext>
            </a:extLst>
          </p:cNvPr>
          <p:cNvSpPr>
            <a:spLocks noGrp="1"/>
          </p:cNvSpPr>
          <p:nvPr>
            <p:ph sz="quarter" idx="13"/>
          </p:nvPr>
        </p:nvSpPr>
        <p:spPr>
          <a:xfrm>
            <a:off x="1069840" y="1987135"/>
            <a:ext cx="10363826" cy="3424107"/>
          </a:xfrm>
        </p:spPr>
        <p:txBody>
          <a:bodyPr>
            <a:normAutofit fontScale="32500" lnSpcReduction="20000"/>
          </a:bodyPr>
          <a:lstStyle/>
          <a:p>
            <a:pPr marL="0" indent="0">
              <a:buNone/>
            </a:pPr>
            <a:r>
              <a:rPr lang="en-US" sz="4900" b="1" cap="none" dirty="0"/>
              <a:t>TECHNOLOGIES USED</a:t>
            </a:r>
            <a:r>
              <a:rPr lang="en-US" cap="none" dirty="0"/>
              <a:t>
</a:t>
            </a:r>
            <a:r>
              <a:rPr lang="en-US" sz="4500" cap="none" dirty="0"/>
              <a:t>1.Html</a:t>
            </a:r>
          </a:p>
          <a:p>
            <a:pPr marL="0" indent="0">
              <a:buNone/>
            </a:pPr>
            <a:r>
              <a:rPr lang="en-US" sz="4500" cap="none" dirty="0"/>
              <a:t>2.Python</a:t>
            </a:r>
            <a:r>
              <a:rPr lang="en-US" cap="none" dirty="0"/>
              <a:t>
</a:t>
            </a:r>
            <a:r>
              <a:rPr lang="en-US" sz="4900" b="1" cap="none" dirty="0"/>
              <a:t>WORKING PROCESS</a:t>
            </a:r>
            <a:r>
              <a:rPr lang="en-US" cap="none" dirty="0"/>
              <a:t>
</a:t>
            </a:r>
            <a:r>
              <a:rPr lang="en-US" sz="5000" cap="none" dirty="0"/>
              <a:t>1.User Enters Text In The Input Box.
2.The System Reads The Text.
3.Javascript Converts The Text Into HTML Tags.
4.Generated HTML Code Is Displayed Along With Preview.
5.User Can Copy And Use The HTML Output.</a:t>
            </a:r>
          </a:p>
        </p:txBody>
      </p:sp>
    </p:spTree>
    <p:extLst>
      <p:ext uri="{BB962C8B-B14F-4D97-AF65-F5344CB8AC3E}">
        <p14:creationId xmlns:p14="http://schemas.microsoft.com/office/powerpoint/2010/main" val="1391200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1696E-F0FB-2EB8-707F-E6C31C93A44A}"/>
              </a:ext>
            </a:extLst>
          </p:cNvPr>
          <p:cNvSpPr>
            <a:spLocks noGrp="1"/>
          </p:cNvSpPr>
          <p:nvPr>
            <p:ph type="title"/>
          </p:nvPr>
        </p:nvSpPr>
        <p:spPr/>
        <p:txBody>
          <a:bodyPr/>
          <a:lstStyle/>
          <a:p>
            <a:r>
              <a:rPr lang="en-US" i="1" dirty="0"/>
              <a:t>outcome </a:t>
            </a:r>
          </a:p>
        </p:txBody>
      </p:sp>
      <p:sp>
        <p:nvSpPr>
          <p:cNvPr id="3" name="Content Placeholder 2">
            <a:extLst>
              <a:ext uri="{FF2B5EF4-FFF2-40B4-BE49-F238E27FC236}">
                <a16:creationId xmlns:a16="http://schemas.microsoft.com/office/drawing/2014/main" id="{F99755D5-722C-4795-9C10-10BAB3EBA9DD}"/>
              </a:ext>
            </a:extLst>
          </p:cNvPr>
          <p:cNvSpPr>
            <a:spLocks noGrp="1"/>
          </p:cNvSpPr>
          <p:nvPr>
            <p:ph sz="quarter" idx="13"/>
          </p:nvPr>
        </p:nvSpPr>
        <p:spPr/>
        <p:txBody>
          <a:bodyPr/>
          <a:lstStyle/>
          <a:p>
            <a:pPr marL="0" indent="0">
              <a:buNone/>
            </a:pPr>
            <a:r>
              <a:rPr lang="en-US" dirty="0"/>
              <a:t>1.Successfully converts text into HTML code.
2.User-friendly interface.
3.Saves time and reduces errors.
4.Generates valid HTML output instantly.</a:t>
            </a:r>
          </a:p>
        </p:txBody>
      </p:sp>
    </p:spTree>
    <p:extLst>
      <p:ext uri="{BB962C8B-B14F-4D97-AF65-F5344CB8AC3E}">
        <p14:creationId xmlns:p14="http://schemas.microsoft.com/office/powerpoint/2010/main" val="1057228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5D031-AEF1-60F9-D0BE-514DF7B9EED7}"/>
              </a:ext>
            </a:extLst>
          </p:cNvPr>
          <p:cNvSpPr>
            <a:spLocks noGrp="1"/>
          </p:cNvSpPr>
          <p:nvPr>
            <p:ph type="title"/>
          </p:nvPr>
        </p:nvSpPr>
        <p:spPr/>
        <p:txBody>
          <a:bodyPr/>
          <a:lstStyle/>
          <a:p>
            <a:r>
              <a:rPr lang="en-US" i="1" dirty="0"/>
              <a:t>Conclusion </a:t>
            </a:r>
          </a:p>
        </p:txBody>
      </p:sp>
      <p:sp>
        <p:nvSpPr>
          <p:cNvPr id="3" name="Content Placeholder 2">
            <a:extLst>
              <a:ext uri="{FF2B5EF4-FFF2-40B4-BE49-F238E27FC236}">
                <a16:creationId xmlns:a16="http://schemas.microsoft.com/office/drawing/2014/main" id="{1DA6412A-C5F1-79F3-E033-A7356F887384}"/>
              </a:ext>
            </a:extLst>
          </p:cNvPr>
          <p:cNvSpPr>
            <a:spLocks noGrp="1"/>
          </p:cNvSpPr>
          <p:nvPr>
            <p:ph sz="quarter" idx="13"/>
          </p:nvPr>
        </p:nvSpPr>
        <p:spPr/>
        <p:txBody>
          <a:bodyPr/>
          <a:lstStyle/>
          <a:p>
            <a:pPr marL="0" indent="0">
              <a:buNone/>
            </a:pPr>
            <a:r>
              <a:rPr lang="en-US" cap="none" dirty="0"/>
              <a:t>The Text To HTML Generator Simplifies The Process Of Creating HTML Code From Plain Text. It Is Useful For Students, Beginners, And Web Developers Who Want To Generate HTML Quickly And Efficiently.</a:t>
            </a:r>
          </a:p>
        </p:txBody>
      </p:sp>
    </p:spTree>
    <p:extLst>
      <p:ext uri="{BB962C8B-B14F-4D97-AF65-F5344CB8AC3E}">
        <p14:creationId xmlns:p14="http://schemas.microsoft.com/office/powerpoint/2010/main" val="430759760"/>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otalTime>0</TotalTime>
  <Words>242</Words>
  <Application>Microsoft Office PowerPoint</Application>
  <PresentationFormat>Widescreen</PresentationFormat>
  <Paragraphs>15</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Tw Cen MT</vt:lpstr>
      <vt:lpstr>Droplet</vt:lpstr>
      <vt:lpstr>Text to html converter </vt:lpstr>
      <vt:lpstr>INTRODUCTION </vt:lpstr>
      <vt:lpstr>Problem statement </vt:lpstr>
      <vt:lpstr>Objectives</vt:lpstr>
      <vt:lpstr>Methodology</vt:lpstr>
      <vt:lpstr>outcome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Chittharu Manasa</dc:creator>
  <cp:lastModifiedBy>SUBBARA SIDDESWARI</cp:lastModifiedBy>
  <cp:revision>2</cp:revision>
  <dcterms:created xsi:type="dcterms:W3CDTF">2026-06-19T07:14:50Z</dcterms:created>
  <dcterms:modified xsi:type="dcterms:W3CDTF">2026-06-22T06:24:37Z</dcterms:modified>
</cp:coreProperties>
</file>