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3" Type="http://schemas.openxmlformats.org/officeDocument/2006/relationships/slide" Target="slides/slide2.xml" /><Relationship Id="rId7" Type="http://schemas.openxmlformats.org/officeDocument/2006/relationships/slide" Target="slides/slide6.xml" /><Relationship Id="rId12" Type="http://schemas.openxmlformats.org/officeDocument/2006/relationships/tableStyles" Target="tableStyles.xml" /><Relationship Id="rId2" Type="http://schemas.openxmlformats.org/officeDocument/2006/relationships/slide" Target="slides/slide1.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theme" Target="theme/theme1.xml" /><Relationship Id="rId5" Type="http://schemas.openxmlformats.org/officeDocument/2006/relationships/slide" Target="slides/slide4.xml" /><Relationship Id="rId10" Type="http://schemas.openxmlformats.org/officeDocument/2006/relationships/viewProps" Target="viewProps.xml" /><Relationship Id="rId4" Type="http://schemas.openxmlformats.org/officeDocument/2006/relationships/slide" Target="slides/slide3.xml" /><Relationship Id="rId9"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 /><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n-US"/>
              <a:t>Click to edit Master title style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6/19/2026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6/19/2026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913774" y="3051012"/>
            <a:ext cx="5106027"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6172200" y="3051012"/>
            <a:ext cx="510540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6/19/2026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6/19/2026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48A87A34-81AB-432B-8DAE-1953F412C126}" type="datetimeFigureOut">
              <a:rPr lang="en-US" dirty="0"/>
              <a:t>6/19/2026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6/19/2026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6/19/2026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6/19/2026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6/19/2026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13" Type="http://schemas.openxmlformats.org/officeDocument/2006/relationships/slideLayout" Target="../slideLayouts/slideLayout13.xml" /><Relationship Id="rId18"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17" Type="http://schemas.openxmlformats.org/officeDocument/2006/relationships/slideLayout" Target="../slideLayouts/slideLayout17.xml" /><Relationship Id="rId2" Type="http://schemas.openxmlformats.org/officeDocument/2006/relationships/slideLayout" Target="../slideLayouts/slideLayout2.xml" /><Relationship Id="rId16" Type="http://schemas.openxmlformats.org/officeDocument/2006/relationships/slideLayout" Target="../slideLayouts/slideLayout16.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5" Type="http://schemas.openxmlformats.org/officeDocument/2006/relationships/slideLayout" Target="../slideLayouts/slideLayout15.xml" /><Relationship Id="rId10" Type="http://schemas.openxmlformats.org/officeDocument/2006/relationships/slideLayout" Target="../slideLayouts/slideLayout10.xml" /><Relationship Id="rId19" Type="http://schemas.openxmlformats.org/officeDocument/2006/relationships/image" Target="../media/image1.png" /><Relationship Id="rId4" Type="http://schemas.openxmlformats.org/officeDocument/2006/relationships/slideLayout" Target="../slideLayouts/slideLayout4.xml" /><Relationship Id="rId9" Type="http://schemas.openxmlformats.org/officeDocument/2006/relationships/slideLayout" Target="../slideLayouts/slideLayout9.xml" /><Relationship Id="rId14" Type="http://schemas.openxmlformats.org/officeDocument/2006/relationships/slideLayout" Target="../slideLayouts/slideLayout14.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19">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48A87A34-81AB-432B-8DAE-1953F412C126}" type="datetimeFigureOut">
              <a:rPr lang="en-US" dirty="0"/>
              <a:pPr/>
              <a:t>6/19/2026</a:t>
            </a:fld>
            <a:endParaRPr lang="en-US" dirty="0"/>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n-US" dirty="0"/>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6D22F896-40B5-4ADD-8801-0D06FADFA09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963F3-8627-F6A2-8F2D-2A020958FCF0}"/>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BC597F42-ADF2-6814-8FCE-3782F7D0A88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669693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EC9AB-7581-4089-C614-54EF8B765125}"/>
              </a:ext>
            </a:extLst>
          </p:cNvPr>
          <p:cNvSpPr>
            <a:spLocks noGrp="1"/>
          </p:cNvSpPr>
          <p:nvPr>
            <p:ph type="title"/>
          </p:nvPr>
        </p:nvSpPr>
        <p:spPr/>
        <p:txBody>
          <a:bodyPr/>
          <a:lstStyle/>
          <a:p>
            <a:r>
              <a:rPr lang="en-US" dirty="0"/>
              <a:t>INTRODUCTION </a:t>
            </a:r>
          </a:p>
        </p:txBody>
      </p:sp>
      <p:sp>
        <p:nvSpPr>
          <p:cNvPr id="3" name="Content Placeholder 2">
            <a:extLst>
              <a:ext uri="{FF2B5EF4-FFF2-40B4-BE49-F238E27FC236}">
                <a16:creationId xmlns:a16="http://schemas.microsoft.com/office/drawing/2014/main" id="{29E02558-A1F4-EF17-451E-17BA41E12C97}"/>
              </a:ext>
            </a:extLst>
          </p:cNvPr>
          <p:cNvSpPr>
            <a:spLocks noGrp="1"/>
          </p:cNvSpPr>
          <p:nvPr>
            <p:ph sz="quarter" idx="13"/>
          </p:nvPr>
        </p:nvSpPr>
        <p:spPr/>
        <p:txBody>
          <a:bodyPr/>
          <a:lstStyle/>
          <a:p>
            <a:pPr marL="0" indent="0">
              <a:buNone/>
            </a:pPr>
            <a:r>
              <a:rPr lang="en-US" dirty="0"/>
              <a:t>The Text to HTML Generator is a tool that converts plain text into HTML code automatically. It helps users create web content quickly without manually writing HTML tags.</a:t>
            </a:r>
          </a:p>
        </p:txBody>
      </p:sp>
    </p:spTree>
    <p:extLst>
      <p:ext uri="{BB962C8B-B14F-4D97-AF65-F5344CB8AC3E}">
        <p14:creationId xmlns:p14="http://schemas.microsoft.com/office/powerpoint/2010/main" val="1881600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BB496-CC79-7394-8627-682D5020D8B9}"/>
              </a:ext>
            </a:extLst>
          </p:cNvPr>
          <p:cNvSpPr>
            <a:spLocks noGrp="1"/>
          </p:cNvSpPr>
          <p:nvPr>
            <p:ph type="title"/>
          </p:nvPr>
        </p:nvSpPr>
        <p:spPr/>
        <p:txBody>
          <a:bodyPr/>
          <a:lstStyle/>
          <a:p>
            <a:r>
              <a:rPr lang="en-US" dirty="0"/>
              <a:t>Problem statement </a:t>
            </a:r>
          </a:p>
        </p:txBody>
      </p:sp>
      <p:sp>
        <p:nvSpPr>
          <p:cNvPr id="3" name="Content Placeholder 2">
            <a:extLst>
              <a:ext uri="{FF2B5EF4-FFF2-40B4-BE49-F238E27FC236}">
                <a16:creationId xmlns:a16="http://schemas.microsoft.com/office/drawing/2014/main" id="{523B5F06-DDC8-4866-D39F-882C542BA2FB}"/>
              </a:ext>
            </a:extLst>
          </p:cNvPr>
          <p:cNvSpPr>
            <a:spLocks noGrp="1"/>
          </p:cNvSpPr>
          <p:nvPr>
            <p:ph sz="quarter" idx="13"/>
          </p:nvPr>
        </p:nvSpPr>
        <p:spPr>
          <a:xfrm>
            <a:off x="1173561" y="2367092"/>
            <a:ext cx="9950824" cy="2889485"/>
          </a:xfrm>
        </p:spPr>
        <p:txBody>
          <a:bodyPr/>
          <a:lstStyle/>
          <a:p>
            <a:pPr marL="0" indent="0">
              <a:buNone/>
            </a:pPr>
            <a:r>
              <a:rPr lang="en-US" dirty="0"/>
              <a:t>    Writing HTML code manually can be difficult for beginners and takes extra time for simple formatting tasks.</a:t>
            </a:r>
          </a:p>
          <a:p>
            <a:pPr marL="0" indent="0">
              <a:buNone/>
            </a:pPr>
            <a:endParaRPr lang="en-US" dirty="0"/>
          </a:p>
        </p:txBody>
      </p:sp>
    </p:spTree>
    <p:extLst>
      <p:ext uri="{BB962C8B-B14F-4D97-AF65-F5344CB8AC3E}">
        <p14:creationId xmlns:p14="http://schemas.microsoft.com/office/powerpoint/2010/main" val="3382574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0970-2D57-DC31-E8A8-F75A22F900BE}"/>
              </a:ext>
            </a:extLst>
          </p:cNvPr>
          <p:cNvSpPr>
            <a:spLocks noGrp="1"/>
          </p:cNvSpPr>
          <p:nvPr>
            <p:ph type="title"/>
          </p:nvPr>
        </p:nvSpPr>
        <p:spPr/>
        <p:txBody>
          <a:bodyPr/>
          <a:lstStyle/>
          <a:p>
            <a:r>
              <a:rPr lang="en-US" dirty="0"/>
              <a:t>Objectives</a:t>
            </a:r>
          </a:p>
        </p:txBody>
      </p:sp>
      <p:sp>
        <p:nvSpPr>
          <p:cNvPr id="3" name="Content Placeholder 2">
            <a:extLst>
              <a:ext uri="{FF2B5EF4-FFF2-40B4-BE49-F238E27FC236}">
                <a16:creationId xmlns:a16="http://schemas.microsoft.com/office/drawing/2014/main" id="{7BF9840C-D448-53BF-359E-56BCB8897349}"/>
              </a:ext>
            </a:extLst>
          </p:cNvPr>
          <p:cNvSpPr>
            <a:spLocks noGrp="1"/>
          </p:cNvSpPr>
          <p:nvPr>
            <p:ph sz="quarter" idx="13"/>
          </p:nvPr>
        </p:nvSpPr>
        <p:spPr/>
        <p:txBody>
          <a:bodyPr/>
          <a:lstStyle/>
          <a:p>
            <a:pPr marL="0" indent="0">
              <a:buNone/>
            </a:pPr>
            <a:r>
              <a:rPr lang="en-US" dirty="0"/>
              <a:t>1.Convert plain text into HTML format automatically.
2.Reduce manual coding effort.
3.Improve productivity and accuracy.
4.Make web page creation easier for users.</a:t>
            </a:r>
          </a:p>
        </p:txBody>
      </p:sp>
    </p:spTree>
    <p:extLst>
      <p:ext uri="{BB962C8B-B14F-4D97-AF65-F5344CB8AC3E}">
        <p14:creationId xmlns:p14="http://schemas.microsoft.com/office/powerpoint/2010/main" val="33214816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87930-2CD0-4BF0-3772-21B3FF137FAE}"/>
              </a:ext>
            </a:extLst>
          </p:cNvPr>
          <p:cNvSpPr>
            <a:spLocks noGrp="1"/>
          </p:cNvSpPr>
          <p:nvPr>
            <p:ph type="title"/>
          </p:nvPr>
        </p:nvSpPr>
        <p:spPr>
          <a:xfrm>
            <a:off x="913149" y="390958"/>
            <a:ext cx="10364451" cy="1596177"/>
          </a:xfrm>
        </p:spPr>
        <p:txBody>
          <a:bodyPr/>
          <a:lstStyle/>
          <a:p>
            <a:r>
              <a:rPr lang="en-US" dirty="0"/>
              <a:t>Methodology/ approach </a:t>
            </a:r>
          </a:p>
        </p:txBody>
      </p:sp>
      <p:sp>
        <p:nvSpPr>
          <p:cNvPr id="3" name="Content Placeholder 2">
            <a:extLst>
              <a:ext uri="{FF2B5EF4-FFF2-40B4-BE49-F238E27FC236}">
                <a16:creationId xmlns:a16="http://schemas.microsoft.com/office/drawing/2014/main" id="{3E5423F6-1F19-BADB-DD37-ED4FBC3CE7B2}"/>
              </a:ext>
            </a:extLst>
          </p:cNvPr>
          <p:cNvSpPr>
            <a:spLocks noGrp="1"/>
          </p:cNvSpPr>
          <p:nvPr>
            <p:ph sz="quarter" idx="13"/>
          </p:nvPr>
        </p:nvSpPr>
        <p:spPr/>
        <p:txBody>
          <a:bodyPr>
            <a:normAutofit fontScale="77500" lnSpcReduction="20000"/>
          </a:bodyPr>
          <a:lstStyle/>
          <a:p>
            <a:pPr marL="0" indent="0">
              <a:buNone/>
            </a:pPr>
            <a:r>
              <a:rPr lang="en-US" sz="2600" dirty="0"/>
              <a:t>Technologies Used</a:t>
            </a:r>
            <a:r>
              <a:rPr lang="en-US" dirty="0"/>
              <a:t>
1.HTML</a:t>
            </a:r>
          </a:p>
          <a:p>
            <a:pPr marL="0" indent="0">
              <a:buNone/>
            </a:pPr>
            <a:r>
              <a:rPr lang="en-US" dirty="0"/>
              <a:t>2.python
</a:t>
            </a:r>
            <a:r>
              <a:rPr lang="en-US" sz="2600" dirty="0"/>
              <a:t>Working Process</a:t>
            </a:r>
            <a:r>
              <a:rPr lang="en-US" dirty="0"/>
              <a:t>
1.User enters text in the input box.
2.The system reads the text.
3.JavaScript converts the text into HTML tags.
4.Generated HTML code is displayed along with preview.
5.User can copy and use the HTML output.</a:t>
            </a:r>
          </a:p>
        </p:txBody>
      </p:sp>
    </p:spTree>
    <p:extLst>
      <p:ext uri="{BB962C8B-B14F-4D97-AF65-F5344CB8AC3E}">
        <p14:creationId xmlns:p14="http://schemas.microsoft.com/office/powerpoint/2010/main" val="1391200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1696E-F0FB-2EB8-707F-E6C31C93A44A}"/>
              </a:ext>
            </a:extLst>
          </p:cNvPr>
          <p:cNvSpPr>
            <a:spLocks noGrp="1"/>
          </p:cNvSpPr>
          <p:nvPr>
            <p:ph type="title"/>
          </p:nvPr>
        </p:nvSpPr>
        <p:spPr/>
        <p:txBody>
          <a:bodyPr/>
          <a:lstStyle/>
          <a:p>
            <a:r>
              <a:rPr lang="en-US" dirty="0"/>
              <a:t>Results/outcome </a:t>
            </a:r>
          </a:p>
        </p:txBody>
      </p:sp>
      <p:sp>
        <p:nvSpPr>
          <p:cNvPr id="3" name="Content Placeholder 2">
            <a:extLst>
              <a:ext uri="{FF2B5EF4-FFF2-40B4-BE49-F238E27FC236}">
                <a16:creationId xmlns:a16="http://schemas.microsoft.com/office/drawing/2014/main" id="{F99755D5-722C-4795-9C10-10BAB3EBA9DD}"/>
              </a:ext>
            </a:extLst>
          </p:cNvPr>
          <p:cNvSpPr>
            <a:spLocks noGrp="1"/>
          </p:cNvSpPr>
          <p:nvPr>
            <p:ph sz="quarter" idx="13"/>
          </p:nvPr>
        </p:nvSpPr>
        <p:spPr/>
        <p:txBody>
          <a:bodyPr/>
          <a:lstStyle/>
          <a:p>
            <a:pPr marL="0" indent="0">
              <a:buNone/>
            </a:pPr>
            <a:r>
              <a:rPr lang="en-US" dirty="0"/>
              <a:t>1.Successfully converts text into HTML code.
2.User-friendly interface.
3.Saves time and reduces errors.
4.Generates valid HTML output instantly.</a:t>
            </a:r>
          </a:p>
        </p:txBody>
      </p:sp>
    </p:spTree>
    <p:extLst>
      <p:ext uri="{BB962C8B-B14F-4D97-AF65-F5344CB8AC3E}">
        <p14:creationId xmlns:p14="http://schemas.microsoft.com/office/powerpoint/2010/main" val="10572284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5D031-AEF1-60F9-D0BE-514DF7B9EED7}"/>
              </a:ext>
            </a:extLst>
          </p:cNvPr>
          <p:cNvSpPr>
            <a:spLocks noGrp="1"/>
          </p:cNvSpPr>
          <p:nvPr>
            <p:ph type="title"/>
          </p:nvPr>
        </p:nvSpPr>
        <p:spPr/>
        <p:txBody>
          <a:bodyPr/>
          <a:lstStyle/>
          <a:p>
            <a:r>
              <a:rPr lang="en-US" dirty="0"/>
              <a:t>Conclusion </a:t>
            </a:r>
          </a:p>
        </p:txBody>
      </p:sp>
      <p:sp>
        <p:nvSpPr>
          <p:cNvPr id="3" name="Content Placeholder 2">
            <a:extLst>
              <a:ext uri="{FF2B5EF4-FFF2-40B4-BE49-F238E27FC236}">
                <a16:creationId xmlns:a16="http://schemas.microsoft.com/office/drawing/2014/main" id="{1DA6412A-C5F1-79F3-E033-A7356F887384}"/>
              </a:ext>
            </a:extLst>
          </p:cNvPr>
          <p:cNvSpPr>
            <a:spLocks noGrp="1"/>
          </p:cNvSpPr>
          <p:nvPr>
            <p:ph sz="quarter" idx="13"/>
          </p:nvPr>
        </p:nvSpPr>
        <p:spPr/>
        <p:txBody>
          <a:bodyPr/>
          <a:lstStyle/>
          <a:p>
            <a:pPr marL="0" indent="0">
              <a:buNone/>
            </a:pPr>
            <a:r>
              <a:rPr lang="en-US" dirty="0"/>
              <a:t>The Text to HTML Generator simplifies the process of creating HTML code from plain text. It is useful for students, beginners, and web developers who want to generate HTML quickly and efficiently.</a:t>
            </a:r>
          </a:p>
        </p:txBody>
      </p:sp>
    </p:spTree>
    <p:extLst>
      <p:ext uri="{BB962C8B-B14F-4D97-AF65-F5344CB8AC3E}">
        <p14:creationId xmlns:p14="http://schemas.microsoft.com/office/powerpoint/2010/main" val="430759760"/>
      </p:ext>
    </p:extLst>
  </p:cSld>
  <p:clrMapOvr>
    <a:masterClrMapping/>
  </p:clrMapOvr>
</p:sld>
</file>

<file path=ppt/theme/theme1.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7</Slides>
  <Notes>0</Notes>
  <HiddenSlides>0</HiddenSlide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Droplet</vt:lpstr>
      <vt:lpstr>PowerPoint Presentation</vt:lpstr>
      <vt:lpstr>INTRODUCTION </vt:lpstr>
      <vt:lpstr>Problem statement </vt:lpstr>
      <vt:lpstr>Objectives</vt:lpstr>
      <vt:lpstr>Methodology/ approach </vt:lpstr>
      <vt:lpstr>Results/outcome </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Chittharu Manasa</dc:creator>
  <cp:lastModifiedBy>Chittharu Manasa</cp:lastModifiedBy>
  <cp:revision>1</cp:revision>
  <dcterms:created xsi:type="dcterms:W3CDTF">2026-06-19T07:14:50Z</dcterms:created>
  <dcterms:modified xsi:type="dcterms:W3CDTF">2026-06-19T07:41:35Z</dcterms:modified>
</cp:coreProperties>
</file>